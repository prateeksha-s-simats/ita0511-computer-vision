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  <p:sldId id="261" r:id="rId6"/>
    <p:sldId id="262" r:id="rId7"/>
    <p:sldId id="271" r:id="rId8"/>
    <p:sldId id="263" r:id="rId9"/>
    <p:sldId id="272" r:id="rId10"/>
    <p:sldId id="273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B6CF-7586-C292-191A-91999A346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39C4A-268C-9EE3-7978-AFB6A9434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ACB34-24E0-A5A0-8347-F73E8634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5A2AD-AB81-B54A-918B-BEADBC44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5EA79-50B0-95EE-09CE-54F917B3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09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66EF-57E9-6A20-68A8-B7A4C5EA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81C9-84AB-8DAA-7A6F-9051C715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27629-A280-92F4-6E2B-3A80BADC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E878-5036-55C8-C1BB-E96DC254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BD51E-BED5-7D96-346E-20BE6A12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9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FFF6-61D6-E327-601A-153A9CE7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8CCFB-71E9-E128-B290-DB43A9B6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C4784-4466-7CEC-0A73-E1A698DC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38F3-9906-5D6E-41DE-7CA34726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419D1-9A84-C5AA-CD15-17F0C223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7EA3-9ED2-3C83-34BD-0F3B842C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A56D-4793-70DD-49D4-45EC05475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E4B72-BB18-4C4C-DAC5-BD15DCCF3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EF95-2B67-8308-386C-96AC967E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2404E-F2A8-95F9-4F64-EB6DCA82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C048A-079B-F9D7-8725-80C5F4CC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13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7563-8540-870A-C897-99BDC4A2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BFB0B-F559-B6DF-8E51-8375D9FA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10075-A865-1124-1B7B-B56D046BC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7B4EC-15F8-575A-7EB5-E8E87F800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4F500-6C9B-2922-F65C-FBA4B3040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6AF00-870D-35BC-A9BB-DE4D09F7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37D79-3BE2-9046-27AA-BA745206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59C59-5D7A-265D-1AF4-331C507A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9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2CB5-C072-0C0D-6008-A89D00B5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72133-B79E-708D-D938-E7AC2733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97E58-136B-8697-6DD9-41D9CAC9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C4070-89DF-2CB0-10F5-57FCE62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59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2960A-2F2B-E6F5-FEAA-915AB5F1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E7282-D9CA-1C4B-B4C0-02B4973D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E152B-85C8-B9A9-5143-83AD21DE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6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B591-F12D-DA6B-E87A-8E89BEF7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E7C5-50EE-AB2E-84E3-38F3B5E81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D29EA-2499-5703-133D-1777C7A1B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B8091-AEA6-8BA9-04F9-978FAAA1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87C42-3B74-CFB5-833A-FB516869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20707-5942-9073-E834-CEDAB30D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9764-C4EF-ECB9-5565-EFA52D3C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CFA8F-D7B7-49C3-CB47-E9B59F6EB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A718F-306D-90C2-99A1-B78C17607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E7B70-7F1C-B168-58D0-1D9F8A7A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8505F-0AC2-E970-0A94-5A8D0D80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36AD0-B79C-0770-0D54-EF2B08BF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6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F8D0-940B-3F14-A171-D7421E2E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E1F35-7CCF-FE32-87AD-57B809F4D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2CC28-DF2E-493A-581F-63F9651B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FAE2-23C7-909A-7BEC-39B8838F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4B1AC-0F1E-350D-11D0-A5177CE0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4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7C0EC-F0F5-49DE-B0E3-9E69600D3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40EE-92D5-8E25-307C-37B12343E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2DC6-66EB-F56F-AFF9-42A472607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148B-E984-1212-A458-D9E5B22A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C155-A3D6-6B97-18B6-66F74BB5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3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E4433-6756-2ACD-8DEE-8B959C48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FFD6A-56A7-54A6-AE27-13D5BCFF3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AF399-CA67-7D32-A3CD-D32781435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0DC90-4889-4811-98E9-BB6BEE8A263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D575-E7E3-DD5C-62B7-15DAD1D1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FEB20-B675-5461-CD97-405B7B928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B2A5-6DCE-0059-6817-0D21246C4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045894"/>
            <a:ext cx="10504990" cy="13665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Analysis of Limitations in Computer Vision Systems</a:t>
            </a:r>
            <a:br>
              <a:rPr lang="en-IN" b="1" dirty="0"/>
            </a:b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ITA0511-COMPUTER VISION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F621D89-6A8C-2332-39C6-FAE3798D7CCB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4B45F44E-C030-CA3F-1536-8B5455A4B80F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29E7A-485B-05D4-F834-C391F4EFE616}"/>
              </a:ext>
            </a:extLst>
          </p:cNvPr>
          <p:cNvSpPr txBox="1"/>
          <p:nvPr/>
        </p:nvSpPr>
        <p:spPr>
          <a:xfrm>
            <a:off x="8137005" y="5045899"/>
            <a:ext cx="4270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S.PRTAEEKSHA-192572137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F560A-2C1F-861D-639D-18298EF1B4DF}"/>
              </a:ext>
            </a:extLst>
          </p:cNvPr>
          <p:cNvSpPr txBox="1"/>
          <p:nvPr/>
        </p:nvSpPr>
        <p:spPr>
          <a:xfrm>
            <a:off x="0" y="5045899"/>
            <a:ext cx="4054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Dr.SELVAKUMAR.S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743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5677-5BDC-5C04-E2CA-99D5591AF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5D552-0E57-732F-973C-FDFB66A5A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202" y="2008934"/>
            <a:ext cx="10738884" cy="5348800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computers to understand and analyze images and videos.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image processing, machine learning, and deep learning.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in healthcare, surveillance, autonomous vehicles, and industries.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Computer Vision systems face several technical limitations.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these limitations helps improve accuracy, reliability, and performance.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1716C-7952-45EA-1EC9-869811A65116}"/>
              </a:ext>
            </a:extLst>
          </p:cNvPr>
          <p:cNvSpPr txBox="1"/>
          <p:nvPr/>
        </p:nvSpPr>
        <p:spPr>
          <a:xfrm>
            <a:off x="4317558" y="885306"/>
            <a:ext cx="4676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Introuction</a:t>
            </a:r>
            <a:endParaRPr lang="en-IN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6E5541-6C5B-736D-8996-8428BE8AB671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6A660295-91C5-AD43-14C9-8C324CF724C3}"/>
              </a:ext>
            </a:extLst>
          </p:cNvPr>
          <p:cNvSpPr/>
          <p:nvPr/>
        </p:nvSpPr>
        <p:spPr>
          <a:xfrm>
            <a:off x="8367486" y="69998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3410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3651-80D4-8B93-26CD-CCF29E26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47" y="893790"/>
            <a:ext cx="11025964" cy="1458119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Limitations of Computer Vision</a:t>
            </a:r>
            <a:endParaRPr lang="en-IN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7208A-A78F-ABC2-4EA9-458ED7F5EC8B}"/>
              </a:ext>
            </a:extLst>
          </p:cNvPr>
          <p:cNvSpPr txBox="1"/>
          <p:nvPr/>
        </p:nvSpPr>
        <p:spPr>
          <a:xfrm>
            <a:off x="1446028" y="2450243"/>
            <a:ext cx="9994605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Image Quality: Blurred or low-resolution images reduce accuracy.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Variations: Low light and shadows affect object detection.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Changes: Rain, fog, and dust reduce visibility.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Cost: Complex models require powerful hardware.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Generalization: Systems may perform poorly in unfamiliar situations</a:t>
            </a:r>
          </a:p>
          <a:p>
            <a:pPr lvl="0"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B652564-6867-1CA3-60E5-FF01DF3E9724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D0BF9DC1-B3EF-0FA3-D1C7-D089C73CD4EB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55586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BCBB-B3BB-F152-CF53-D20A575A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887" y="964922"/>
            <a:ext cx="8294226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98647-11F9-EBD6-B128-BA6658D98E42}"/>
              </a:ext>
            </a:extLst>
          </p:cNvPr>
          <p:cNvSpPr txBox="1"/>
          <p:nvPr/>
        </p:nvSpPr>
        <p:spPr>
          <a:xfrm>
            <a:off x="1329070" y="2290486"/>
            <a:ext cx="9909547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Acquisition: Sensor noise and motion blur affect image quality.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Dependency: AI models require sufficient and diverse training data.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Occlusion: Partially hidden objects are difficult to recognize.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 Processing high-resolution video requires significant resources.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and Unexpected Inputs: Small or unusual input changes may cause incorrect predictions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77CA5A4-A80A-DEBF-FB09-AFDFF3743C38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D81DDA2E-B7E9-5553-509A-68E06FEAC9A4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70083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59B5-9DAE-D49F-B231-78DE27F7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8" y="1062132"/>
            <a:ext cx="11536323" cy="1314107"/>
          </a:xfrm>
        </p:spPr>
        <p:txBody>
          <a:bodyPr>
            <a:noAutofit/>
          </a:bodyPr>
          <a:lstStyle/>
          <a:p>
            <a:pPr algn="ctr"/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Analysis of Limitations</a:t>
            </a:r>
            <a:b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089D647-3B03-2019-A89E-3D789CF419AF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B9CB977-0743-237A-AB94-1DE579CB2A6D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06849-9DEF-CCE2-69D8-F349AB54EFF8}"/>
              </a:ext>
            </a:extLst>
          </p:cNvPr>
          <p:cNvSpPr txBox="1"/>
          <p:nvPr/>
        </p:nvSpPr>
        <p:spPr>
          <a:xfrm>
            <a:off x="2562446" y="2573079"/>
            <a:ext cx="11025963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BBFBF4-0CFB-BA90-81F0-80A25C941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014947"/>
              </p:ext>
            </p:extLst>
          </p:nvPr>
        </p:nvGraphicFramePr>
        <p:xfrm>
          <a:off x="710608" y="2035764"/>
          <a:ext cx="10515600" cy="39319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239042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4285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on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767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objects may be missed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48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lighting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object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494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Noisy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feature extraction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99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Biased training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Unequal performance across groups or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136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processing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delay and hardware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02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Unfamiliar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reliability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536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89BE03-3DDD-9725-CC8B-F8969CB057DF}"/>
              </a:ext>
            </a:extLst>
          </p:cNvPr>
          <p:cNvSpPr txBox="1"/>
          <p:nvPr/>
        </p:nvSpPr>
        <p:spPr>
          <a:xfrm>
            <a:off x="880730" y="5967684"/>
            <a:ext cx="10430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 accuracy depends not only on the algorithm but also on image quality, training data, computing resources, and environmental conditions.</a:t>
            </a:r>
          </a:p>
        </p:txBody>
      </p:sp>
    </p:spTree>
    <p:extLst>
      <p:ext uri="{BB962C8B-B14F-4D97-AF65-F5344CB8AC3E}">
        <p14:creationId xmlns:p14="http://schemas.microsoft.com/office/powerpoint/2010/main" val="553912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F397-4F6D-A5DD-D6D2-0D58E053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81" y="2179674"/>
            <a:ext cx="10379150" cy="1325563"/>
          </a:xfrm>
        </p:spPr>
        <p:txBody>
          <a:bodyPr>
            <a:no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</a:t>
            </a:r>
            <a:b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2193D-5EF3-F693-B6B7-99C3A4BEA954}"/>
              </a:ext>
            </a:extLst>
          </p:cNvPr>
          <p:cNvSpPr txBox="1"/>
          <p:nvPr/>
        </p:nvSpPr>
        <p:spPr>
          <a:xfrm>
            <a:off x="1360969" y="2260147"/>
            <a:ext cx="110791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Enhancement: Apply denoising, sharpening, and contrast adjustment.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 Train models using varied lighting, angles, and backgrounds.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Training Data: Include different environments and object types.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Optimization: Use lightweight models and efficient algorithms.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Improvement: Use suitable cameras, proper lighting, and calibration.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Evaluation: Test systems under realistic and challenging conditions.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CBD2C99-737D-F08B-566F-65FE48CB7E75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AD45BEC8-B40D-EC9F-49DB-1A36401BDA4C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101946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609A-32B5-E5FA-38DB-7F893FA0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18" y="1647006"/>
            <a:ext cx="11280082" cy="132556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Their Challenges</a:t>
            </a:r>
            <a:b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25B1243B-C697-3520-F4C1-B2D0FFA36A81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28320703-E4A3-6C89-09A2-744B362F9064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D7944-2F0C-3D05-411B-C7FDD3130175}"/>
              </a:ext>
            </a:extLst>
          </p:cNvPr>
          <p:cNvSpPr txBox="1"/>
          <p:nvPr/>
        </p:nvSpPr>
        <p:spPr>
          <a:xfrm>
            <a:off x="2374798" y="2780925"/>
            <a:ext cx="8020493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image quality can affect medical image analysis.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Rain, fog, and poor lighting can affect obstacle detection.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Occlusion and low resolution can reduce recognition accuracy.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Inspection: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 defects may be missed in unclear images.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Changing weather and lighting can affect crop disease detection.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application-specific models and test them under real-world conditions.</a:t>
            </a:r>
          </a:p>
        </p:txBody>
      </p:sp>
    </p:spTree>
    <p:extLst>
      <p:ext uri="{BB962C8B-B14F-4D97-AF65-F5344CB8AC3E}">
        <p14:creationId xmlns:p14="http://schemas.microsoft.com/office/powerpoint/2010/main" val="11971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293B-DF07-8589-D552-AE983DAA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2019" y="1045395"/>
            <a:ext cx="11748977" cy="1305049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FE55F-8AEE-690D-679C-C30F9D4D0A04}"/>
              </a:ext>
            </a:extLst>
          </p:cNvPr>
          <p:cNvSpPr txBox="1"/>
          <p:nvPr/>
        </p:nvSpPr>
        <p:spPr>
          <a:xfrm>
            <a:off x="1799449" y="2420933"/>
            <a:ext cx="10802679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robust AI models that handle different environments.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sensors to capture clearer images.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edge computing for faster real-time processing.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explainability so users can understand model predictions.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privacy-preserving methods when processing personal images.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camera input with other sensors when appropriate.</a:t>
            </a:r>
          </a:p>
          <a:p>
            <a:pPr lvl="0"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8ACB578-5423-F72F-D164-480FD1C098B7}"/>
              </a:ext>
            </a:extLst>
          </p:cNvPr>
          <p:cNvSpPr/>
          <p:nvPr/>
        </p:nvSpPr>
        <p:spPr>
          <a:xfrm>
            <a:off x="3307" y="21353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44C915E9-7E7E-7563-C4C8-E58AF3FC5461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05937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E3BB-F905-978A-BAFC-E8BC0D03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A15AF-2D45-43D6-6440-7F914F282BB1}"/>
              </a:ext>
            </a:extLst>
          </p:cNvPr>
          <p:cNvSpPr txBox="1"/>
          <p:nvPr/>
        </p:nvSpPr>
        <p:spPr>
          <a:xfrm>
            <a:off x="1690577" y="1871329"/>
            <a:ext cx="914399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has many useful real-world applications.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limitations include poor image quality, environmental changes, data bias, and computational cost.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enhancement, diverse training data, and model optimization can reduce these problems.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testing and monitoring improve reliability.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reliable Computer Vision system must be accurate, efficient, robust, and responsible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04715A7-4157-5703-A86A-91BE1192D15E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40F5CEF-8D37-67F4-63CE-A180462B192C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87524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3296-FE90-5B26-F11F-3C948E1E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48" y="132205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9F805-BCDD-0AE5-A798-EEC5CAE17579}"/>
              </a:ext>
            </a:extLst>
          </p:cNvPr>
          <p:cNvSpPr txBox="1"/>
          <p:nvPr/>
        </p:nvSpPr>
        <p:spPr>
          <a:xfrm>
            <a:off x="2115879" y="2647618"/>
            <a:ext cx="8708065" cy="295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Richard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Szeliski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 Algorithms and Applications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2nd Edition, Springer, 2022.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Rafael C. Gonzalez and Richard E. Woods,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Edition, Pearson, 2018.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Goodfellow, Yoshua Bengio, and Aaron Courville,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Press, 2016.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Documentation,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robustness, bias, and deep learning in Computer Vision</a:t>
            </a:r>
            <a:r>
              <a:rPr lang="en-IN" dirty="0"/>
              <a:t>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FC6E2B9-78DB-E3BE-0A77-5BA61D38BDF6}"/>
              </a:ext>
            </a:extLst>
          </p:cNvPr>
          <p:cNvSpPr/>
          <p:nvPr/>
        </p:nvSpPr>
        <p:spPr>
          <a:xfrm>
            <a:off x="0" y="0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589F5D5-D3CC-7D78-2AFB-3B9A52CE59FD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88359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0DF4DF61-84CC-43AE-602D-E783AB712DA4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75C374C-F9A3-DF26-1EFD-02D97F785529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37F4E42-B2FA-F20C-86EF-B46CF0EA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645" y="302326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4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642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TECHNICAL PRESENTATION  Critical Analysis of Limitations in Computer Vision Systems  ITA0511-COMPUTER VISION</vt:lpstr>
      <vt:lpstr> </vt:lpstr>
      <vt:lpstr>Major Limitations of Computer Vision</vt:lpstr>
      <vt:lpstr>Technical Challenges</vt:lpstr>
      <vt:lpstr>Critical Analysis of Limitations </vt:lpstr>
      <vt:lpstr>Proposed Solutions   </vt:lpstr>
      <vt:lpstr>Applications and Their Challenges </vt:lpstr>
      <vt:lpstr>Future Improvements</vt:lpstr>
      <vt:lpstr> Conclusion</vt:lpstr>
      <vt:lpstr>References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Prateeksha S</dc:creator>
  <cp:lastModifiedBy>Prateeksha S</cp:lastModifiedBy>
  <cp:revision>10</cp:revision>
  <dcterms:created xsi:type="dcterms:W3CDTF">2026-07-29T14:36:35Z</dcterms:created>
  <dcterms:modified xsi:type="dcterms:W3CDTF">2026-10-24T04:01:22Z</dcterms:modified>
</cp:coreProperties>
</file>